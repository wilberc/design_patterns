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62" r:id="rId4"/>
    <p:sldId id="263" r:id="rId5"/>
    <p:sldId id="270" r:id="rId6"/>
    <p:sldId id="271" r:id="rId7"/>
    <p:sldId id="272" r:id="rId8"/>
    <p:sldId id="273" r:id="rId9"/>
    <p:sldId id="275" r:id="rId10"/>
    <p:sldId id="277" r:id="rId11"/>
  </p:sld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82476"/>
  </p:normalViewPr>
  <p:slideViewPr>
    <p:cSldViewPr snapToGrid="0" snapToObjects="1">
      <p:cViewPr varScale="1">
        <p:scale>
          <a:sx n="238" d="100"/>
          <a:sy n="238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230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¡Hola a todos! Bienvenidos a la presentación del Proyecto Minimarket.
Este proyecto no es solo una aplicación de gestión; es una demostración práctica de cómo aplicar principios de arquitectura limpia y patrones de diseño robustos en un entorno real con Java y Spring Boot.
El objetivo principal es mostrar cómo el código bien estructurado facilita el mantenimiento y la escalabilidad.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cubre las necesidades básicas de un minimarket:
1.  **Inventario**: Control total sobre los productos.
2.  **Transacciones**: El núcleo del negocio. Registramos tanto cuando compramos a proveedores como cuando vendemos a clientes. El stock se actualiza automáticamente.
3.  **Reportes**: Fundamental para la toma de decisiones. Usamos patrones para hacer esto flexible.
4.  **Seguridad**: Solo personal autorizado puede acceder.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es el esqueleto de nuestra aplicación. Hemos seguido tres grandes conjuntos de guías:
1.  **SOLID**: Los 5 principios básicos de la POO.
2.  **GoF (Gang of Four)**: Patrones de diseño probados por el tiempo.
3.  **GRASP**: Patrones para asignar responsabilidades a las clases y objetos.
Vamos a ver cómo se aplican en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donde la teoría se encuentra con la práctica:
- **SRP**: `StockUpdater` tiene una única razón para cambiar: si cambia la lógica de inventario.
- **OCP**: Si mañana queremos precios de "Black Friday", creamos una nueva clase `BlackFridayStrategy` y listo. No rompemos lo que ya funciona.
- **LSP**: El sistema trata compras y ventas de manera polimórfica.
- **ISP**: Nuestras interfaces son limpias.
- **DIP**: El alto nivel (Servicio) no depende del bajo nivel (Updater), ambos dependen de la abstracción (Observer).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patrones de comportamiento gestionan algoritmos y responsabilidades:
1.  **Strategy**: Nos permite cambiar la lógica de precios "al vuelo".
2.  **Observer**: Desacopla la transacción de sus efectos secundarios. El servicio de transacciones no necesita saber CÓMO se actualiza el stock, solo avisa que algo pasó.
3.  **Template Method**: Ideal para reportes. Todos los reportes tienen encabezado, cuerpo y pie. El patrón asegura esa estructura pero deja que cada formato (CSV, HTML) decida cómo escribir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Patrones estructurales para organizar las clases:
- **Bridge**: Evita que tengamos una jerarquía de clases gigante. Separa el "Qué" (Generador de Reporte) del "Cómo" (Formateador CSV/HTML).
- **Facade**: Es como la recepción de un hotel. El controlador no necesita hablar con el cocinero, el de limpieza y el botones. Habla con la Facade, y ella coordina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Finalmente, cómo creamos objetos:
- **Factory Method**: Nos abstrae de la instanciación concreta. Si mañana añadimos "Devoluciones", solo tocamos la fábrica.
- **Builder**: ¿Han visto esos constructores con 10 parámetros que son todos null? El Builder elimina eso. Hace el código legible y previene errores al crear objetos complejos.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GRASP nos da las reglas generales para asignar responsabilidades:
- **Experto**: ¿Quién debe calcular el total? La clase que tiene el precio y la cantidad.
- **Controlador**: La primera capa que recibe el input del usuario.
- **Bajo Acoplamiento y Alta Cohesión**: El mantra de todo buen desarrollador. Queremos piezas independientes que hagan una cosa muy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Tecnologías modernas y robustas:
- Java 17 LTS
- Spring Boot para el framework web
- Maven para gestión de dependencias
- SQLite para una base de datos ligera y portable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gracias por su atención.
El código completo está disponible en el repositorio, junto con una documentación detallada en el README.
¿Tienen alguna pregunta sobre la implementación de los patrones?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43AD26-C1E5-B789-7B71-C02C7227D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65220"/>
            <a:ext cx="2294905" cy="3259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3732A0-698C-DA43-DDD6-42762C9B854F}"/>
              </a:ext>
            </a:extLst>
          </p:cNvPr>
          <p:cNvSpPr txBox="1"/>
          <p:nvPr/>
        </p:nvSpPr>
        <p:spPr>
          <a:xfrm>
            <a:off x="1582702" y="1994568"/>
            <a:ext cx="27638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100" dirty="0"/>
              <a:t>https://</a:t>
            </a:r>
            <a:r>
              <a:rPr lang="es-ES_tradnl" sz="1100" dirty="0" err="1"/>
              <a:t>github.com</a:t>
            </a:r>
            <a:r>
              <a:rPr lang="es-ES_tradnl" sz="1100" dirty="0"/>
              <a:t>/</a:t>
            </a:r>
            <a:r>
              <a:rPr lang="es-ES_tradnl" sz="1100" dirty="0" err="1"/>
              <a:t>WilberC</a:t>
            </a:r>
            <a:r>
              <a:rPr lang="es-ES_tradnl" sz="1100" dirty="0"/>
              <a:t>/</a:t>
            </a:r>
            <a:r>
              <a:rPr lang="es-ES_tradnl" sz="1100" dirty="0" err="1"/>
              <a:t>design_patterns</a:t>
            </a:r>
            <a:endParaRPr lang="es-ES_tradnl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F4107-FB89-CD58-E45B-50C5824AD746}"/>
              </a:ext>
            </a:extLst>
          </p:cNvPr>
          <p:cNvSpPr txBox="1"/>
          <p:nvPr/>
        </p:nvSpPr>
        <p:spPr>
          <a:xfrm>
            <a:off x="4550610" y="1994568"/>
            <a:ext cx="4165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dirty="0"/>
              <a:t>https://</a:t>
            </a:r>
            <a:r>
              <a:rPr lang="es-ES_tradnl" sz="1100" dirty="0" err="1"/>
              <a:t>github.com</a:t>
            </a:r>
            <a:r>
              <a:rPr lang="es-ES_tradnl" sz="1100" dirty="0"/>
              <a:t>/</a:t>
            </a:r>
            <a:r>
              <a:rPr lang="es-ES_tradnl" sz="1100" dirty="0" err="1"/>
              <a:t>WilberC</a:t>
            </a:r>
            <a:r>
              <a:rPr lang="es-ES_tradnl" sz="1100" dirty="0"/>
              <a:t>/</a:t>
            </a:r>
            <a:r>
              <a:rPr lang="es-ES_tradnl" sz="1100" dirty="0" err="1"/>
              <a:t>design_patterns</a:t>
            </a:r>
            <a:r>
              <a:rPr lang="es-ES_tradnl" sz="1100" dirty="0"/>
              <a:t>/blob/</a:t>
            </a:r>
            <a:r>
              <a:rPr lang="es-ES_tradnl" sz="1100" dirty="0" err="1"/>
              <a:t>main</a:t>
            </a:r>
            <a:r>
              <a:rPr lang="es-ES_tradnl" sz="1100" dirty="0"/>
              <a:t>/</a:t>
            </a:r>
            <a:r>
              <a:rPr lang="es-ES_tradnl" sz="1100" dirty="0" err="1"/>
              <a:t>README.md</a:t>
            </a:r>
            <a:endParaRPr lang="es-ES_tradnl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787</Words>
  <Application>Microsoft Macintosh PowerPoint</Application>
  <PresentationFormat>Custom</PresentationFormat>
  <Paragraphs>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Minimarket</dc:title>
  <dc:subject>## Presentación del Proyecto Minimarket
Patrones de Diseño y Arquitectura
</dc:subject>
  <dc:creator/>
  <cp:lastModifiedBy>ALUMNO - WILBER CARRASCAL MEJIA</cp:lastModifiedBy>
  <cp:revision>5</cp:revision>
  <dcterms:created xsi:type="dcterms:W3CDTF">2025-12-03T00:14:00Z</dcterms:created>
  <dcterms:modified xsi:type="dcterms:W3CDTF">2025-12-03T00:24:18Z</dcterms:modified>
</cp:coreProperties>
</file>